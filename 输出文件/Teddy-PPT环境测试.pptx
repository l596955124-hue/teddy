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Teddy PPT 环境测试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/ Playwright / Sharp 已安装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2026-06-06T09:45:06Z</dcterms:created>
  <dcterms:modified xsi:type="dcterms:W3CDTF">2026-06-06T09:45:06Z</dcterms:modified>
</cp:coreProperties>
</file>