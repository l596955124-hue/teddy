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f0ce587c1b4107" /><Relationship Type="http://schemas.openxmlformats.org/officeDocument/2006/relationships/extended-properties" Target="/docProps/app.xml" Id="Rfca7966ca1d14166" /><Relationship Type="http://schemas.openxmlformats.org/officeDocument/2006/relationships/officeDocument" Target="/ppt/presentation.xml" Id="R8ae50f0adf9649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6fa0981e6548bb"/>
  </p:sldMasterIdLst>
  <p:notesMasterIdLst>
    <p:notesMasterId xmlns:r="http://schemas.openxmlformats.org/officeDocument/2006/relationships" r:id="R9c500c44f15b44d4"/>
  </p:notesMasterIdLst>
  <p:sldIdLst>
    <p:sldId xmlns:r="http://schemas.openxmlformats.org/officeDocument/2006/relationships" id="256" r:id="R87a1799cd3c64479"/>
    <p:sldId xmlns:r="http://schemas.openxmlformats.org/officeDocument/2006/relationships" id="257" r:id="R0139ecc036544141"/>
    <p:sldId xmlns:r="http://schemas.openxmlformats.org/officeDocument/2006/relationships" id="258" r:id="R86f7ae483a3a4a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fc277098d445e6" /><Relationship Type="http://schemas.openxmlformats.org/officeDocument/2006/relationships/slideMaster" Target="/ppt/slideMasters/slideMaster1.xml" Id="R196fa0981e6548bb" /><Relationship Type="http://schemas.openxmlformats.org/officeDocument/2006/relationships/notesMaster" Target="/ppt/notesMasters/notesMaster1.xml" Id="R9c500c44f15b44d4" /><Relationship Type="http://schemas.openxmlformats.org/officeDocument/2006/relationships/presProps" Target="/ppt/presProps.xml" Id="R68c5ebace9a04e5c" /><Relationship Type="http://schemas.openxmlformats.org/officeDocument/2006/relationships/viewProps" Target="/ppt/viewProps.xml" Id="Rbdaefd9f01e4414a" /><Relationship Type="http://schemas.openxmlformats.org/officeDocument/2006/relationships/tableStyles" Target="/ppt/tableStyles.xml" Id="R1c399a060bae449e" /><Relationship Type="http://schemas.openxmlformats.org/officeDocument/2006/relationships/slide" Target="/ppt/slides/slide1.xml" Id="R87a1799cd3c64479" /><Relationship Type="http://schemas.openxmlformats.org/officeDocument/2006/relationships/slide" Target="/ppt/slides/slide2.xml" Id="R0139ecc036544141" /><Relationship Type="http://schemas.openxmlformats.org/officeDocument/2006/relationships/slide" Target="/ppt/slides/slide3.xml" Id="R86f7ae483a3a4a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8901d5812e41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ef2e0ccae04d13" /><Relationship Type="http://schemas.openxmlformats.org/officeDocument/2006/relationships/notesMaster" Target="/ppt/notesMasters/notesMaster1.xml" Id="Re041252a49644a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bd95e2d0fd4bbd" /><Relationship Type="http://schemas.openxmlformats.org/officeDocument/2006/relationships/notesMaster" Target="/ppt/notesMasters/notesMaster1.xml" Id="R61a237d5652c4b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aeb310c4d74132" /><Relationship Type="http://schemas.openxmlformats.org/officeDocument/2006/relationships/notesMaster" Target="/ppt/notesMasters/notesMaster1.xml" Id="Rb07ec52fd7044c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57c7b7944c4d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2bab855c7d4c69" /><Relationship Type="http://schemas.openxmlformats.org/officeDocument/2006/relationships/slideLayout" Target="/ppt/slideLayouts/slideLayout1.xml" Id="R35e906d58c1b42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e906d58c1b42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42a0e85d0419d" /><Relationship Type="http://schemas.openxmlformats.org/officeDocument/2006/relationships/image" Target="/ppt/media/image.png" Id="R4b7b2610aee649c6" /><Relationship Type="http://schemas.openxmlformats.org/officeDocument/2006/relationships/image" Target="/ppt/media/image2.png" Id="R671ce2770353477a" /><Relationship Type="http://schemas.openxmlformats.org/officeDocument/2006/relationships/notesSlide" Target="/ppt/notesSlides/notesSlide1.xml" Id="R5d02f4535f164c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e64c96a4341cf" /><Relationship Type="http://schemas.openxmlformats.org/officeDocument/2006/relationships/image" Target="/ppt/media/image3.png" Id="R5851277c2542472a" /><Relationship Type="http://schemas.openxmlformats.org/officeDocument/2006/relationships/image" Target="/ppt/media/image4.png" Id="Rcce1667dac2a4833" /><Relationship Type="http://schemas.openxmlformats.org/officeDocument/2006/relationships/image" Target="/ppt/media/image5.png" Id="R181c6ff665584d94" /><Relationship Type="http://schemas.openxmlformats.org/officeDocument/2006/relationships/notesSlide" Target="/ppt/notesSlides/notesSlide2.xml" Id="Rb82f915bc8e146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b884a7dc1459d" /><Relationship Type="http://schemas.openxmlformats.org/officeDocument/2006/relationships/notesSlide" Target="/ppt/notesSlides/notesSlide3.xml" Id="Rb278aebf673743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b2610aee649c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AB277-ECDA-4FFA-84AA-C6533C10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588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ce2770353477a"/>
          <a:stretch xmlns:a="http://schemas.openxmlformats.org/drawingml/2006/main"/>
        </p:blipFill>
        <p:spPr>
          <a:xfrm xmlns:a="http://schemas.openxmlformats.org/drawingml/2006/main">
            <a:off x="819150" y="666750"/>
            <a:ext cx="1352550" cy="1352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A6865-97A9-427F-BF2D-40875F4F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657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B2416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3B2416"/>
                </a:solidFill>
                <a:latin typeface="Noto Sans SC"/>
                <a:ea typeface="Noto Sans SC"/>
                <a:cs typeface="Noto Sans SC"/>
              </a:rPr>
              <a:t>TEDDY 即时零售品牌计划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3E55A-9042-4E6C-83C8-5C113DB8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rPr>
              <a:t>一店三牌｜线上平台开店｜3个月验证现金流模型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B94D2-21D7-4FB0-9909-FCD693E8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3D235-C562-4B82-832A-4788A3ED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rPr>
              <a:t>A风格链路测试稿 · image2 + Presentations</a:t>
            </a:r>
          </a:p>
        </p:txBody>
      </p:sp>
    </p:spTree>
    <p:extLst>
      <p:ext uri="{BB962C8B-B14F-4D97-AF65-F5344CB8AC3E}">
        <p14:creationId xmlns:p14="http://schemas.microsoft.com/office/powerpoint/2010/main" val="1139724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1E76F2-6718-4A58-A2E0-2402268A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C9232-8ABE-4267-9AC0-5F232F16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B2416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3B2416"/>
                </a:solidFill>
                <a:latin typeface="Noto Sans SC"/>
                <a:ea typeface="Noto Sans SC"/>
                <a:cs typeface="Noto Sans SC"/>
              </a:rPr>
              <a:t>一店三牌的启动结构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DA6E2-4A78-48FE-881D-AEBD26A3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rPr>
              <a:t>同一公司、同一仓配、同一人员基础上，拆成不同客单价与人群定位的线上店铺。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1277c2542472a"/>
          <a:stretch xmlns:a="http://schemas.openxmlformats.org/drawingml/2006/main"/>
        </p:blipFill>
        <p:spPr>
          <a:xfrm xmlns:a="http://schemas.openxmlformats.org/drawingml/2006/main">
            <a:off x="895350" y="186690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1667dac2a4833"/>
          <a:stretch xmlns:a="http://schemas.openxmlformats.org/drawingml/2006/main"/>
        </p:blipFill>
        <p:spPr>
          <a:xfrm xmlns:a="http://schemas.openxmlformats.org/drawingml/2006/main">
            <a:off x="4591050" y="186690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c6ff665584d94"/>
          <a:stretch xmlns:a="http://schemas.openxmlformats.org/drawingml/2006/main"/>
        </p:blipFill>
        <p:spPr>
          <a:xfrm xmlns:a="http://schemas.openxmlformats.org/drawingml/2006/main">
            <a:off x="8286750" y="186690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71F3A-43AF-46DA-B7C7-1371BB45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003EF-68B3-468D-BEAB-B6315A31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低端现金流店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800-1000 SKU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7F334-CDEE-4AB5-8192-FAA7329F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5A585-A58D-43ED-B8C0-840CD311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52825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高端女性店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约200 SKU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5637D-1811-4347-8109-AA540A3E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0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47714-7E60-4B83-B414-772A56A3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52825"/>
            <a:ext cx="2438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小众品牌店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第3个月后启动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DB291-546D-4DC6-8683-32922376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241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B2416"/>
                </a:solidFill>
                <a:latin typeface="Noto Sans SC"/>
                <a:ea typeface="Noto Sans SC"/>
                <a:cs typeface="Noto Sans SC"/>
              </a:rPr>
              <a:t>共享项：房租、公司主体、基础装修、仓储物料、基础人员、平台运营方法论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6E74F-C987-45CF-8E38-FFC9C8A1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72125"/>
            <a:ext cx="821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7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78228-6EA0-49DC-931D-730C8F56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102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B5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7B5A42"/>
                </a:solidFill>
                <a:latin typeface="Noto Sans SC"/>
                <a:ea typeface="Noto Sans SC"/>
                <a:cs typeface="Noto Sans SC"/>
              </a:rPr>
              <a:t>测试目的：确认品牌素材、中文字体、图片插入与 PPTX 导出流程可用。</a:t>
            </a:r>
          </a:p>
        </p:txBody>
      </p:sp>
    </p:spTree>
    <p:extLst>
      <p:ext uri="{BB962C8B-B14F-4D97-AF65-F5344CB8AC3E}">
        <p14:creationId xmlns:p14="http://schemas.microsoft.com/office/powerpoint/2010/main" val="10242275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3E2154-BFAD-4BF3-9090-65CFE49C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2DF07-30E8-4B11-9E9D-B32829C4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628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B2416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3B2416"/>
                </a:solidFill>
                <a:latin typeface="Noto Sans SC"/>
                <a:ea typeface="Noto Sans SC"/>
                <a:cs typeface="Noto Sans SC"/>
              </a:rPr>
              <a:t>3个月启动资金与目标口径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1FBCE-BB11-4303-A803-809AA9F0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866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rPr>
              <a:t>当前建议：先按15万准备启动资金，3个月验证低端店与高端店；小众店在模型跑通后追加预算。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987E2-A2F2-407D-B193-6A73CFBF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38E47-82C4-4E8C-93D7-84853E77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B2416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3B2416"/>
                </a:solidFill>
                <a:latin typeface="Noto Sans SC"/>
                <a:ea typeface="Noto Sans SC"/>
                <a:cs typeface="Noto Sans SC"/>
              </a:rPr>
              <a:t>15万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695BC-0935-41A8-9319-52E3FD48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rPr>
              <a:t>前三个月启动资金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7C42A-6897-42EE-A8F1-08830785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339EB-0E4F-45E8-8E3A-5C7AEC11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669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B2416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3B2416"/>
                </a:solidFill>
                <a:latin typeface="Noto Sans SC"/>
                <a:ea typeface="Noto Sans SC"/>
                <a:cs typeface="Noto Sans SC"/>
              </a:rPr>
              <a:t>5万/月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B0085-2669-43BD-80C2-36FB5BC3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rPr>
              <a:t>第3个月营业额目标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0895D-197C-4319-A7B7-1ADEF3E2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3B2E8-A85A-47E7-80D9-A301DF99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B2416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3B2416"/>
                </a:solidFill>
                <a:latin typeface="Noto Sans SC"/>
                <a:ea typeface="Noto Sans SC"/>
                <a:cs typeface="Noto Sans SC"/>
              </a:rPr>
              <a:t>1.5万+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DB6BF-12A7-4D54-A023-82B689E9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rPr>
              <a:t>第3个月净利润目标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E3FA44-C7CC-442C-98F8-3ECBF072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38350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C774D-5FD2-4669-BF19-42897B57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B2416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3B2416"/>
                </a:solidFill>
                <a:latin typeface="Noto Sans SC"/>
                <a:ea typeface="Noto Sans SC"/>
                <a:cs typeface="Noto Sans SC"/>
              </a:rPr>
              <a:t>4000内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52B4D-C95B-4598-ABE9-6E04C446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B5A42"/>
                </a:solidFill>
                <a:latin typeface="Noto Sans SC"/>
                <a:ea typeface="Noto Sans SC"/>
                <a:cs typeface="Noto Sans SC"/>
              </a:rPr>
              <a:t>房租控制上限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5DA87-5376-46F1-9A05-49DEF87B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009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7A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B0E69-D85E-4362-9860-52311D63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B241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B2416"/>
                </a:solidFill>
                <a:latin typeface="Noto Sans SC"/>
                <a:ea typeface="Noto Sans SC"/>
                <a:cs typeface="Noto Sans SC"/>
              </a:rPr>
              <a:t>生成正式PPT前建议补齐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2C489-C699-4CBA-BAD0-FF90C538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B5A42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7B5A42"/>
                </a:solidFill>
                <a:latin typeface="Noto Sans SC"/>
                <a:ea typeface="Noto Sans SC"/>
                <a:cs typeface="Noto Sans SC"/>
              </a:rPr>
              <a:t>PPT大纲-v1｜发展里程碑｜图表数据表｜品牌授权/供应商证据截图｜Firecrawl登录后的市场数据复核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DA44B-FBC5-4FDA-A889-16E83142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0096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0383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2026-06-06T12:45:43.7260000Z</dcterms:created>
  <dcterms:modified xsi:type="dcterms:W3CDTF">2026-06-06T12:45:43.7260000Z</dcterms:modified>
</coreProperties>
</file>