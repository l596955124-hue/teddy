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0a2a04592d4240" /><Relationship Type="http://schemas.openxmlformats.org/officeDocument/2006/relationships/extended-properties" Target="/docProps/app.xml" Id="R498dc0a315a14fb8" /><Relationship Type="http://schemas.openxmlformats.org/officeDocument/2006/relationships/officeDocument" Target="/ppt/presentation.xml" Id="Rf7519e885f6444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c89700ada946cc"/>
  </p:sldMasterIdLst>
  <p:notesMasterIdLst>
    <p:notesMasterId xmlns:r="http://schemas.openxmlformats.org/officeDocument/2006/relationships" r:id="R94ced3fed30249f0"/>
  </p:notesMasterIdLst>
  <p:sldIdLst>
    <p:sldId xmlns:r="http://schemas.openxmlformats.org/officeDocument/2006/relationships" id="256" r:id="R1d1e4daf49394685"/>
    <p:sldId xmlns:r="http://schemas.openxmlformats.org/officeDocument/2006/relationships" id="257" r:id="R4f39327209f44371"/>
    <p:sldId xmlns:r="http://schemas.openxmlformats.org/officeDocument/2006/relationships" id="258" r:id="Rfe35613307164013"/>
    <p:sldId xmlns:r="http://schemas.openxmlformats.org/officeDocument/2006/relationships" id="259" r:id="Re57a44a9d2a34295"/>
    <p:sldId xmlns:r="http://schemas.openxmlformats.org/officeDocument/2006/relationships" id="260" r:id="Rb04c0b08dded4795"/>
    <p:sldId xmlns:r="http://schemas.openxmlformats.org/officeDocument/2006/relationships" id="261" r:id="R2c976281f02846dd"/>
    <p:sldId xmlns:r="http://schemas.openxmlformats.org/officeDocument/2006/relationships" id="262" r:id="R8357b3f728ca4e4b"/>
    <p:sldId xmlns:r="http://schemas.openxmlformats.org/officeDocument/2006/relationships" id="263" r:id="Rc452bca63c424281"/>
    <p:sldId xmlns:r="http://schemas.openxmlformats.org/officeDocument/2006/relationships" id="264" r:id="Ra18de1d153ae4b84"/>
    <p:sldId xmlns:r="http://schemas.openxmlformats.org/officeDocument/2006/relationships" id="265" r:id="R755358e61acf4dd6"/>
    <p:sldId xmlns:r="http://schemas.openxmlformats.org/officeDocument/2006/relationships" id="266" r:id="R4dfb6c7b43be44f7"/>
    <p:sldId xmlns:r="http://schemas.openxmlformats.org/officeDocument/2006/relationships" id="267" r:id="R656e88301acc4b45"/>
    <p:sldId xmlns:r="http://schemas.openxmlformats.org/officeDocument/2006/relationships" id="268" r:id="Rbeba10b01b044d6f"/>
    <p:sldId xmlns:r="http://schemas.openxmlformats.org/officeDocument/2006/relationships" id="269" r:id="R30411562a2a8465b"/>
    <p:sldId xmlns:r="http://schemas.openxmlformats.org/officeDocument/2006/relationships" id="270" r:id="R2e6f494cc9fd4828"/>
    <p:sldId xmlns:r="http://schemas.openxmlformats.org/officeDocument/2006/relationships" id="271" r:id="Re40512d8739447f5"/>
    <p:sldId xmlns:r="http://schemas.openxmlformats.org/officeDocument/2006/relationships" id="272" r:id="R0acb163cec814f08"/>
    <p:sldId xmlns:r="http://schemas.openxmlformats.org/officeDocument/2006/relationships" id="273" r:id="R16376e38d20f4d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258b1db6954113" /><Relationship Type="http://schemas.openxmlformats.org/officeDocument/2006/relationships/slideMaster" Target="/ppt/slideMasters/slideMaster1.xml" Id="R0fc89700ada946cc" /><Relationship Type="http://schemas.openxmlformats.org/officeDocument/2006/relationships/notesMaster" Target="/ppt/notesMasters/notesMaster1.xml" Id="R94ced3fed30249f0" /><Relationship Type="http://schemas.openxmlformats.org/officeDocument/2006/relationships/presProps" Target="/ppt/presProps.xml" Id="R4ca30d3a9f564e92" /><Relationship Type="http://schemas.openxmlformats.org/officeDocument/2006/relationships/viewProps" Target="/ppt/viewProps.xml" Id="R6fb96010ed6e4b62" /><Relationship Type="http://schemas.openxmlformats.org/officeDocument/2006/relationships/tableStyles" Target="/ppt/tableStyles.xml" Id="R203a33564b0549dd" /><Relationship Type="http://schemas.openxmlformats.org/officeDocument/2006/relationships/slide" Target="/ppt/slides/slide1.xml" Id="R1d1e4daf49394685" /><Relationship Type="http://schemas.openxmlformats.org/officeDocument/2006/relationships/slide" Target="/ppt/slides/slide2.xml" Id="R4f39327209f44371" /><Relationship Type="http://schemas.openxmlformats.org/officeDocument/2006/relationships/slide" Target="/ppt/slides/slide3.xml" Id="Rfe35613307164013" /><Relationship Type="http://schemas.openxmlformats.org/officeDocument/2006/relationships/slide" Target="/ppt/slides/slide4.xml" Id="Re57a44a9d2a34295" /><Relationship Type="http://schemas.openxmlformats.org/officeDocument/2006/relationships/slide" Target="/ppt/slides/slide5.xml" Id="Rb04c0b08dded4795" /><Relationship Type="http://schemas.openxmlformats.org/officeDocument/2006/relationships/slide" Target="/ppt/slides/slide6.xml" Id="R2c976281f02846dd" /><Relationship Type="http://schemas.openxmlformats.org/officeDocument/2006/relationships/slide" Target="/ppt/slides/slide7.xml" Id="R8357b3f728ca4e4b" /><Relationship Type="http://schemas.openxmlformats.org/officeDocument/2006/relationships/slide" Target="/ppt/slides/slide8.xml" Id="Rc452bca63c424281" /><Relationship Type="http://schemas.openxmlformats.org/officeDocument/2006/relationships/slide" Target="/ppt/slides/slide9.xml" Id="Ra18de1d153ae4b84" /><Relationship Type="http://schemas.openxmlformats.org/officeDocument/2006/relationships/slide" Target="/ppt/slides/slide10.xml" Id="R755358e61acf4dd6" /><Relationship Type="http://schemas.openxmlformats.org/officeDocument/2006/relationships/slide" Target="/ppt/slides/slide11.xml" Id="R4dfb6c7b43be44f7" /><Relationship Type="http://schemas.openxmlformats.org/officeDocument/2006/relationships/slide" Target="/ppt/slides/slide12.xml" Id="R656e88301acc4b45" /><Relationship Type="http://schemas.openxmlformats.org/officeDocument/2006/relationships/slide" Target="/ppt/slides/slide13.xml" Id="Rbeba10b01b044d6f" /><Relationship Type="http://schemas.openxmlformats.org/officeDocument/2006/relationships/slide" Target="/ppt/slides/slide14.xml" Id="R30411562a2a8465b" /><Relationship Type="http://schemas.openxmlformats.org/officeDocument/2006/relationships/slide" Target="/ppt/slides/slide15.xml" Id="R2e6f494cc9fd4828" /><Relationship Type="http://schemas.openxmlformats.org/officeDocument/2006/relationships/slide" Target="/ppt/slides/slide16.xml" Id="Re40512d8739447f5" /><Relationship Type="http://schemas.openxmlformats.org/officeDocument/2006/relationships/slide" Target="/ppt/slides/slide17.xml" Id="R0acb163cec814f08" /><Relationship Type="http://schemas.openxmlformats.org/officeDocument/2006/relationships/slide" Target="/ppt/slides/slide18.xml" Id="R16376e38d20f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b5db8cfd9644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7b265ef9b14b1f" /><Relationship Type="http://schemas.openxmlformats.org/officeDocument/2006/relationships/notesMaster" Target="/ppt/notesMasters/notesMaster1.xml" Id="R028dacb0c82f40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95e246a2d7415b" /><Relationship Type="http://schemas.openxmlformats.org/officeDocument/2006/relationships/notesMaster" Target="/ppt/notesMasters/notesMaster1.xml" Id="R6b10bc6ca0b1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e6cc2341c54973" /><Relationship Type="http://schemas.openxmlformats.org/officeDocument/2006/relationships/notesMaster" Target="/ppt/notesMasters/notesMaster1.xml" Id="Rc06bea9fd9294d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1de32d63454f12" /><Relationship Type="http://schemas.openxmlformats.org/officeDocument/2006/relationships/notesMaster" Target="/ppt/notesMasters/notesMaster1.xml" Id="R978cd000189541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c9e583e6ce469c" /><Relationship Type="http://schemas.openxmlformats.org/officeDocument/2006/relationships/notesMaster" Target="/ppt/notesMasters/notesMaster1.xml" Id="Rd3b4f1b45bfa4d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3956602c7049df" /><Relationship Type="http://schemas.openxmlformats.org/officeDocument/2006/relationships/notesMaster" Target="/ppt/notesMasters/notesMaster1.xml" Id="R956c273b5db344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d7dc793a8141da" /><Relationship Type="http://schemas.openxmlformats.org/officeDocument/2006/relationships/notesMaster" Target="/ppt/notesMasters/notesMaster1.xml" Id="Rbdc062aa490845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af3b8165534cbc" /><Relationship Type="http://schemas.openxmlformats.org/officeDocument/2006/relationships/notesMaster" Target="/ppt/notesMasters/notesMaster1.xml" Id="R78b38bf8cd0e49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fc12fcadeb4b19" /><Relationship Type="http://schemas.openxmlformats.org/officeDocument/2006/relationships/notesMaster" Target="/ppt/notesMasters/notesMaster1.xml" Id="R5828d02c0be24f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030d5b2b1f41e1" /><Relationship Type="http://schemas.openxmlformats.org/officeDocument/2006/relationships/notesMaster" Target="/ppt/notesMasters/notesMaster1.xml" Id="R5bc132d45fd343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855037856d4128" /><Relationship Type="http://schemas.openxmlformats.org/officeDocument/2006/relationships/notesMaster" Target="/ppt/notesMasters/notesMaster1.xml" Id="Rdd47e4b9957848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44773949884165" /><Relationship Type="http://schemas.openxmlformats.org/officeDocument/2006/relationships/notesMaster" Target="/ppt/notesMasters/notesMaster1.xml" Id="R9324712397fc4e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6da7644db14f51" /><Relationship Type="http://schemas.openxmlformats.org/officeDocument/2006/relationships/notesMaster" Target="/ppt/notesMasters/notesMaster1.xml" Id="R9c6b13b291f847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5f339921e54689" /><Relationship Type="http://schemas.openxmlformats.org/officeDocument/2006/relationships/notesMaster" Target="/ppt/notesMasters/notesMaster1.xml" Id="R9f30f6eb72394f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4821c3b0be4b6e" /><Relationship Type="http://schemas.openxmlformats.org/officeDocument/2006/relationships/notesMaster" Target="/ppt/notesMasters/notesMaster1.xml" Id="R0f26790ee4984e3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469d4374654e3b" /><Relationship Type="http://schemas.openxmlformats.org/officeDocument/2006/relationships/notesMaster" Target="/ppt/notesMasters/notesMaster1.xml" Id="R71721a33deea47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829d4406ed4889" /><Relationship Type="http://schemas.openxmlformats.org/officeDocument/2006/relationships/notesMaster" Target="/ppt/notesMasters/notesMaster1.xml" Id="R9e7e45075fd24e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bc0455416942cf" /><Relationship Type="http://schemas.openxmlformats.org/officeDocument/2006/relationships/notesMaster" Target="/ppt/notesMasters/notesMaster1.xml" Id="R060da74c5aab44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12813c31d46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ec1586493043d1" /><Relationship Type="http://schemas.openxmlformats.org/officeDocument/2006/relationships/slideLayout" Target="/ppt/slideLayouts/slideLayout1.xml" Id="Reca2a81420b34c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a2a81420b34c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b65b33efe4ab1" /><Relationship Type="http://schemas.openxmlformats.org/officeDocument/2006/relationships/image" Target="/ppt/media/image.png" Id="R1b910f3daf574e17" /><Relationship Type="http://schemas.openxmlformats.org/officeDocument/2006/relationships/image" Target="/ppt/media/image2.png" Id="R27a92ca3b9db4538" /><Relationship Type="http://schemas.openxmlformats.org/officeDocument/2006/relationships/notesSlide" Target="/ppt/notesSlides/notesSlide1.xml" Id="Ra5abe0b9b8c047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573b5f8444831" /><Relationship Type="http://schemas.openxmlformats.org/officeDocument/2006/relationships/notesSlide" Target="/ppt/notesSlides/notesSlide2.xml" Id="Rb512beee980d46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eab6bbf0b4a9e" /><Relationship Type="http://schemas.openxmlformats.org/officeDocument/2006/relationships/notesSlide" Target="/ppt/notesSlides/notesSlide3.xml" Id="R8ff75863c4eb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613697bd14ea8" /><Relationship Type="http://schemas.openxmlformats.org/officeDocument/2006/relationships/image" Target="/ppt/media/image3.png" Id="Rfa85ce703b6a4d86" /><Relationship Type="http://schemas.openxmlformats.org/officeDocument/2006/relationships/notesSlide" Target="/ppt/notesSlides/notesSlide4.xml" Id="Rd28e99467544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86c89669846dd" /><Relationship Type="http://schemas.openxmlformats.org/officeDocument/2006/relationships/notesSlide" Target="/ppt/notesSlides/notesSlide5.xml" Id="R96b956c2e2c849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0054eef474f5e" /><Relationship Type="http://schemas.openxmlformats.org/officeDocument/2006/relationships/image" Target="/ppt/media/image4.png" Id="Rcc9100698d9d4260" /><Relationship Type="http://schemas.openxmlformats.org/officeDocument/2006/relationships/image" Target="/ppt/media/image5.png" Id="R43360dcc7030405a" /><Relationship Type="http://schemas.openxmlformats.org/officeDocument/2006/relationships/image" Target="/ppt/media/image6.png" Id="R5639aa4b979f4713" /><Relationship Type="http://schemas.openxmlformats.org/officeDocument/2006/relationships/notesSlide" Target="/ppt/notesSlides/notesSlide6.xml" Id="Raf0b5ec1385345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bc45e1d094fa2" /><Relationship Type="http://schemas.openxmlformats.org/officeDocument/2006/relationships/notesSlide" Target="/ppt/notesSlides/notesSlide7.xml" Id="R4fcb0291fdea44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c39e33c0243fa" /><Relationship Type="http://schemas.openxmlformats.org/officeDocument/2006/relationships/notesSlide" Target="/ppt/notesSlides/notesSlide8.xml" Id="Rea142193d4c74a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09034f92048b3" /><Relationship Type="http://schemas.openxmlformats.org/officeDocument/2006/relationships/image" Target="/ppt/media/image7.png" Id="Rc88f57fb5f2b47e9" /><Relationship Type="http://schemas.openxmlformats.org/officeDocument/2006/relationships/notesSlide" Target="/ppt/notesSlides/notesSlide9.xml" Id="R3455177c242847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0a049ecb9454f" /><Relationship Type="http://schemas.openxmlformats.org/officeDocument/2006/relationships/image" Target="/ppt/media/image8.png" Id="Rcc79c0718dd945a4" /><Relationship Type="http://schemas.openxmlformats.org/officeDocument/2006/relationships/notesSlide" Target="/ppt/notesSlides/notesSlide10.xml" Id="R01a04d373a754b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53b928f8b4b2c" /><Relationship Type="http://schemas.openxmlformats.org/officeDocument/2006/relationships/image" Target="/ppt/media/image9.png" Id="Rcac9ca1393744f57" /><Relationship Type="http://schemas.openxmlformats.org/officeDocument/2006/relationships/notesSlide" Target="/ppt/notesSlides/notesSlide11.xml" Id="Rc6111614611343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b48149f374e3a" /><Relationship Type="http://schemas.openxmlformats.org/officeDocument/2006/relationships/notesSlide" Target="/ppt/notesSlides/notesSlide12.xml" Id="R23b2806cd5a14f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fcdc305e94561" /><Relationship Type="http://schemas.openxmlformats.org/officeDocument/2006/relationships/notesSlide" Target="/ppt/notesSlides/notesSlide13.xml" Id="Ra225895403604c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ca893a82045d8" /><Relationship Type="http://schemas.openxmlformats.org/officeDocument/2006/relationships/notesSlide" Target="/ppt/notesSlides/notesSlide14.xml" Id="R9b29da06567945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0a46791d44fc1" /><Relationship Type="http://schemas.openxmlformats.org/officeDocument/2006/relationships/notesSlide" Target="/ppt/notesSlides/notesSlide15.xml" Id="R269073b8c87e41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50a84b82f4365" /><Relationship Type="http://schemas.openxmlformats.org/officeDocument/2006/relationships/notesSlide" Target="/ppt/notesSlides/notesSlide16.xml" Id="R354c20ef2bf246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009aa46bc44e8" /><Relationship Type="http://schemas.openxmlformats.org/officeDocument/2006/relationships/notesSlide" Target="/ppt/notesSlides/notesSlide17.xml" Id="R6606c659d11b4a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31d84eb814697" /><Relationship Type="http://schemas.openxmlformats.org/officeDocument/2006/relationships/image" Target="/ppt/media/image10.png" Id="R15688e18138c4630" /><Relationship Type="http://schemas.openxmlformats.org/officeDocument/2006/relationships/notesSlide" Target="/ppt/notesSlides/notesSlide18.xml" Id="Rd4b8158c961c43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10f3daf574e1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1421A-F919-4B53-9907-79DE315D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92ca3b9db4538"/>
          <a:stretch xmlns:a="http://schemas.openxmlformats.org/drawingml/2006/main"/>
        </p:blipFill>
        <p:spPr>
          <a:xfrm xmlns:a="http://schemas.openxmlformats.org/drawingml/2006/main">
            <a:off x="781050" y="6858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B9B7-A11D-468B-9433-C958BEB0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TEDDY 成人用品即时零售项目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55EF7-7E87-4964-B803-71EC8E2A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一店三线上店 · 首店验证 · 三个月现金流模型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36F21-7BF0-461B-BC5D-7332F259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726B2-E058-40CC-B679-3DFE3A1D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内部执行汇报版 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01F2A-4744-4CD5-A09A-4E5E9F40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A风格暖色品牌型模板</a:t>
            </a:r>
          </a:p>
        </p:txBody>
      </p:sp>
    </p:spTree>
    <p:extLst>
      <p:ext uri="{BB962C8B-B14F-4D97-AF65-F5344CB8AC3E}">
        <p14:creationId xmlns:p14="http://schemas.microsoft.com/office/powerpoint/2010/main" val="10347215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4DBFFF-25C7-4F10-83C5-34579513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7F121-EAB0-4FA7-AE0E-0716FF5B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项目一句话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BF466-1300-4D22-A3E1-017805C5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66850"/>
            <a:ext cx="9525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用一个低成本实体店/前置仓，支撑三个线上品牌店，先在3个月内验证成人用品即时零售现金流模型。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E12C3-047B-4FD0-93CB-3B4DE386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EFC3F-BA85-42D0-BF66-DB691E19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一个公司主体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7540F-0357-40A7-93D3-A582D093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862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A5A2D-9492-43D1-8E87-B53FDCF0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10025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一个实体店/前置仓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25D91-C6F6-4780-AC02-E18D23ED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BC7B5-938D-4050-91D2-622DDA65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00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三个线上品牌店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7D18F-2645-4857-B824-B552F416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862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CA184-DDBE-4E06-A970-8CC8935C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100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三个月验证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CCC42-DCDA-47F6-81BA-29D9891C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00650"/>
            <a:ext cx="866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不是先做大规模连锁，而是先跑通：平台审核、SKU上架、即时履约、私域复购和利润模型。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9EC4D-A633-4DF1-8DD7-E826B4D8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C2705-FC69-4C24-BECD-B465B636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21010671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8497F-098A-4FA8-A757-8AE1213F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042E0-681F-40B8-B051-82B71EE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为什么现在做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A189D-53F0-4077-9C25-57FB9D52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成人用品市场、即时零售渠道和隐私消费场景在同一时间成熟。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08CDB-EF52-4C58-AC08-24963C10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A763E-0A01-48C5-BDEB-BC59DAB2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1900亿+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67E2B-B97B-4C0C-A348-624C3BEF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2024年中国成人用品市场量级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D848B-5C5B-46F2-A3CE-86EF91F0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145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A6835-0F1A-423A-993C-85B7D5B5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240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1798.95万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C4406-EDAB-435D-8E25-390F5CA4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38400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深圳2024年末常住人口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9FD0C-3B17-4DD9-ACA0-EC9FC563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1450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0B3E7-6B8B-4614-8DA3-6A39B5FE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rPr>
              <a:t>30分钟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62AAE-8E08-479A-B23B-FF1B9B5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38400"/>
            <a:ext cx="2228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即时零售正在成为确定性生活方式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56993-312F-480D-80B6-A496006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98869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A096A-8A0E-4BEA-8C12-85C10FDE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614E8-2558-47AF-9D86-0A503B52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5765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观念更开放：年轻用户对私密消费接受度更高。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338B4-9D9C-4D2D-83BE-A5F007BD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44AFB-B193-4167-AE2D-CA68E724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150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渠道更成熟：美团、饿了么、淘宝闪购降低本地获客门槛。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E895D-2551-4ABF-A44C-75FA529E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04646-9613-4063-B17D-33AD6E6B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需求更即时：隐私、应急、夜间和酒店场景适合近场履约。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38AF2-7A6C-4934-A3B4-DF3E2145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数据来源：智研咨询、深圳市统计局公开数据、平台公开新闻稿及项目内部测算。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85A93-5DC1-4155-A5B6-1DC86C06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83FDD-AF0F-4E34-87FD-1990596F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2600226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31488-F31F-4CD2-A611-FE667F74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D21D7-649F-49A8-9D83-F1C17522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即时零售平台机会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1C61F-FA1A-4501-9412-37E82318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平台生态成熟，Teddy可以先借平台完成本地获客与30分钟履约。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33F8B-DC02-4D8A-BB18-39DD7289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5EF12-006B-4AE7-B079-6AF4541E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5600+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DDB1F-6428-427E-94E4-AB81C4EB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大型连锁零售商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60AAA-DD89-4CB8-90B8-0EBFA231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1450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2436A-20D8-44CC-8CE7-72CF304D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2405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41万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BD8B2-E536-489B-AD8B-8EE17F7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384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本地小商户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EB6F0-6287-4CBF-818D-F95C3460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69FA2-0BDC-4252-9E3E-A4598997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2405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rPr>
              <a:t>570+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9770F-3957-4789-A99B-8954DDA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品牌商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5ce703b6a4d86"/>
          <a:stretch xmlns:a="http://schemas.openxmlformats.org/drawingml/2006/main"/>
        </p:blipFill>
        <p:spPr>
          <a:xfrm xmlns:a="http://schemas.openxmlformats.org/drawingml/2006/main">
            <a:off x="9258300" y="1743075"/>
            <a:ext cx="2095500" cy="1466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0F398-3B97-49BB-8E8C-E05C0B48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009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EDEF7-6F70-4813-AFE4-02A25E28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对 Teddy 的意义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8375BE-B4D9-4811-AD2E-415EC816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632E0-4E98-441F-A504-D89E2AC5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67150"/>
            <a:ext cx="664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平台负责早期曝光和搜索需求承接。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40BA6-0F68-488D-B5C1-F79A7764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10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7469C-9005-4A1A-98CF-D5CCA12C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52900"/>
            <a:ext cx="664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线下店/前置仓负责商品现货、隐私包装和即时履约。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E63A0-F3FF-4F68-88D3-EDB285C4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154FE-3ED2-4442-876B-14375CA1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38650"/>
            <a:ext cx="664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订单完成后用企业微信、小程序和会员福利承接复购。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29ECE3-8568-42FF-8AD1-3785E67D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来源：美团2024年财报新闻稿；美团闪购公开资料。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14BEB-BBE3-4D02-B0E5-8BEB8533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4DE43-8EF7-42C7-9F43-6351C50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16538936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6DD4F-426C-4220-9B57-EF2195A5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12E43-8C98-464B-897A-48B42B51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用户痛点与Teddy机会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23B84-0F8B-4F12-8B1F-D9F02FBB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成人用品不是缺商品，而是缺少不尴尬、可信、即时和可复购的购买体验。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266A6-8FE0-4A27-BB18-F6D42851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235A4-0D8A-4E9F-96CE-E864D8BB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尴尬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BCF66-38F4-415C-95DE-0A6499FE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716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传统门店形象敏感，用户进店压力大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235426-A463-404E-9A8E-C14CCE1B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用泰迪狗IP和温暖视觉降低心理门槛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5D262-D866-4540-A2AA-E817C2C8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BD709-E0B9-4C27-B667-FF7FF60C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低质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498B0-484D-4AB4-BC40-88D70643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24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低价货盘同质化，品质信任不足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F48AC-AACF-4E17-8524-AEF14226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分层选品：TOGO跑量，BELLE做品质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27E04-F17A-4610-97CC-EDCBC957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27CBC-464B-4915-A8A5-33E22AF7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不及时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CCF71-89FF-4F25-BAF0-9E813943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766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电商等待时间长，应急需求无法满足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612A5-8D9E-404F-A4FA-DA0D6CCA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本地现货和即时配送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7919B-0733-4188-BC96-77E02E30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FD52E-3CEE-425C-A3E2-75EA3D10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难复购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99622-8602-4F95-B2F1-17E14410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29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一次性平台订单难沉淀用户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692D5-A1F4-4A35-BD06-B37E2E32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私域卡片、会员福利和周期提醒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59550-4176-409A-88D1-86B71558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A6581F-7802-4AF1-A73B-29A8A27A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13727210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EF127-E779-405F-8220-FFBFA238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C7516-A9D6-49FD-B0AA-FB682549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品牌矩阵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06FF1-DE0F-4BBC-B86C-295D207A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是公司主品牌，三个线上品牌分别承担现金流、高客单和小众差异化任务。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222D0-FCDD-4A2F-8022-FAE62522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100698d9d4260"/>
          <a:stretch xmlns:a="http://schemas.openxmlformats.org/drawingml/2006/main"/>
        </p:blipFill>
        <p:spPr>
          <a:xfrm xmlns:a="http://schemas.openxmlformats.org/drawingml/2006/main">
            <a:off x="1123950" y="17335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42206-C8E3-4509-A10C-AC871993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764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60dcc7030405a"/>
          <a:stretch xmlns:a="http://schemas.openxmlformats.org/drawingml/2006/main"/>
        </p:blipFill>
        <p:spPr>
          <a:xfrm xmlns:a="http://schemas.openxmlformats.org/drawingml/2006/main">
            <a:off x="4667250" y="17335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92162-6330-46F2-971C-4B1909E9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9aa4b979f4713"/>
          <a:stretch xmlns:a="http://schemas.openxmlformats.org/drawingml/2006/main"/>
        </p:blipFill>
        <p:spPr>
          <a:xfrm xmlns:a="http://schemas.openxmlformats.org/drawingml/2006/main">
            <a:off x="8210550" y="1733550"/>
            <a:ext cx="1123950" cy="1123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2C801-3357-4A16-9872-42EA17E7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8C713-9037-4CF3-A090-253FD27E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TEDDY TOGO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3D259-82BF-4362-B06A-C4839CD6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大众刚需 / 平台现金流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6B154-FA03-4F5C-B6FF-4F6159F2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E14DF-5D7B-4C30-878A-328C4218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TEDDY BELLE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CBF85-1035-4632-953C-E70A1DF6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高端女性 / 高客单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165BA-1C68-42DA-BD7E-FE4937B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575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6BA56-DE33-4E72-B1D2-23BAAF20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RAINBOW TEDDY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13503-0E5A-4B94-81E5-80B0D4C1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2552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小众圈层 / 私域测试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3E26E-1AEE-49D2-A495-6E0BE591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895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后端共享：公司主体、房租、仓储、人员、物料、履约SOP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5E47A-FAA1-4764-B9DF-53C1C734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前端分开：店铺视觉、商品结构、价格带、目标人群、内容边界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03631-8FFE-4822-8F87-10B9CF5E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92A7DC-1643-4C71-957B-4E237F91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480694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0C9CF5-0258-42E7-8B42-38253EF4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16F6A-B7BA-4502-AF1C-1E1E11E0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一店三线上店模式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D5C81-594F-4BB9-82D3-07E9D55E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固定成本共享，前端品牌分层，降低首店验证成本。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3FBB0-6ED4-4009-8C0D-45B96080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5"/>
          </a:solidFill>
          <a:ln xmlns:a="http://schemas.openxmlformats.org/drawingml/2006/main" w="19050">
            <a:solidFill>
              <a:srgbClr val="F6A8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FE680-C55A-4B4A-B356-82B6EA94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431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实体店 / 前置仓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67FDD-DDDB-43B8-BF23-98BA3EB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241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房租4000以内 · 10-15㎡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6A4DF-2FF6-4803-9799-E0E2870D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9102E-E3AD-473B-BA62-19B3C123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美团/饿了么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7EFBF-29DF-45E8-8675-DDAFEC73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平台即时订单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F55E6-C683-4A0D-8691-5B009AD3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05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89F97-72CA-4DD5-B1D1-05D00DF5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A8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E4666-C3B0-499F-A877-CD19D466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576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rPr>
              <a:t>淘宝/闪购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B6C31-ABFD-4EB2-91B7-6C00D4F9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624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补充搜索与长尾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97BA9-6DDE-4DDD-8DFC-80C460C5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9A3B8-DBBF-44F0-97F8-83A46F28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862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A6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FC1CA-92E0-4E02-89E8-6A0C5CA6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rPr>
              <a:t>线下到店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45BD9-4D73-4639-886E-114EF03B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展示与信任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CA8B39-35C7-42CC-95D7-8A375593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05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11C7B-4731-4315-8578-92D77026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86200"/>
            <a:ext cx="2000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A60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560B0-4FFD-4F1B-8A94-D83CD66C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rPr>
              <a:t>微信私域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554B2-8E18-467E-B705-B9CA372F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6245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复购与高客单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BCB4E-2969-42D9-9CD9-EBA5284C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05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1C415-9D34-4300-911F-4DC24CE3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86050"/>
            <a:ext cx="19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FB8C17-4A42-44C7-884E-EF0C0F5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核心优势：不按三个实体店计算成本，而是用一个履约中心承载三种消费人群。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F7B49-5747-457C-8E6A-3F7B918F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3339BC-246D-4724-9CD6-C4D80399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19444777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2B2855-6D6F-4166-B2B9-EDDF2C4D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88A60-31F2-4783-A161-1E7CB447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SKU与货盘策略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2165E-22C5-49CF-9B9C-42D40A0C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平台上架要丰富，但库存不能重压。Teddy采用核心、普通、长尾分层库存。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96EA0-CFDE-4C42-BAE8-0E2C4A10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TOGO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0F918-EAD2-455A-909D-D6BC9307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4668B-78D8-4795-B8D7-D9FFE497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800-1000 上架SKU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516E2-F4D5-4F0F-8002-EE0E9904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BELLE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24853-6663-4DF9-9502-4BF19961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09C26-8D0A-4B81-9BEC-E76FE145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约200 上架SKU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2F6A7-06E2-4E19-902E-04020564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RAINBOW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13D7E-147B-475D-9CFD-F5D53999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C6A81-BCBB-4539-9B17-E49CF5A1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67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约200 上架SKU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31861-F11D-4624-8D68-D5E5D09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95824-27E4-445F-8810-97A16D54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库存原则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FD97EC-AAAB-4531-BADC-0E9E98AA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197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核心SKU重备 · 普通SKU少量现货 · 长尾SKU轻库存/快补 · 30天不动销下架或清货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FAA02-A29C-4992-A423-3EDF76A5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注：上架SKU用于平台搜索覆盖和货盘丰富度，不代表全部深库存。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8CB82-A768-43C4-96D8-38D27A89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3B439-BC1A-475E-BAA6-B6263489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21049828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31E9D3-718A-477E-ACDA-5303FBE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08399-D3B3-4C4C-834D-23A75C7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TEDDY TOGO：低端现金流店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71677-7F54-49B8-82F3-D103E705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用1688醉清风供应链先跑平台审核、动销和评价，承担前三个月现金流验证。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3D83A-43F8-46C8-935B-60D02CDC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f57fb5f2b47e9"/>
          <a:stretch xmlns:a="http://schemas.openxmlformats.org/drawingml/2006/main"/>
        </p:blipFill>
        <p:spPr>
          <a:xfrm xmlns:a="http://schemas.openxmlformats.org/drawingml/2006/main">
            <a:off x="876300" y="16383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32020-D92F-4C37-B994-030C0AB4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573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867F5-65A6-4AC4-AF7A-4A18AC4D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66900"/>
            <a:ext cx="1838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800-1000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CC2D7-6980-4287-9E42-517FCA57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1800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上架SKU目标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9BAA0-852C-443B-9C9C-59328A43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573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9F059-9D5F-4ED1-B8F1-B95B40EE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66900"/>
            <a:ext cx="1838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15-20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CE731-6843-43E4-92E4-6F25B52D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800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品类数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7F8B4-795B-48CF-9A7C-AED617D9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573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35289-6544-4FC8-8DA8-2A0A5B19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1838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rPr>
              <a:t>50-120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74ADB-67A4-4C4B-AC74-2211172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1800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目标客单价区间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5E90A-8B4D-4355-BB8F-DA4EC41C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DC020-61F2-4819-8015-9E531623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F559D-AD97-40D2-831F-D0A0C868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核心品类：计生用品、润滑液、基础玩具、情趣配件、清洁护理。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EBD12-0FE2-4CB9-AFD5-7D097BE0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A9657-65DE-4A0B-9347-F18C46C3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经营重点：平台搜索覆盖、评价积累、配送时效、爆品动销。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0B8A0-8863-4A88-A7CA-EC8A3C90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2D9B6-FF15-47A7-8CEF-87DF7576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库存策略：20-30个核心SKU优先深备，其他SKU轻库存测试。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23685-2039-4B31-8F02-3AAEED38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23DDC8-C921-4B2C-B646-3D718EEE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9454933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FC46F8-DF98-4760-8355-D75AD256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5BABD-8C75-4DF9-B833-1710FA77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TEDDY BELLE：高端女性店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F42FB-160C-48BC-BF2C-5748627F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高端店不盲目追求最贵，优先选择能授权、能上线、能支撑品质感的品牌与货盘。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8E164-98C4-4260-9467-B3F6EAA3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9c0718dd945a4"/>
          <a:stretch xmlns:a="http://schemas.openxmlformats.org/drawingml/2006/main"/>
        </p:blipFill>
        <p:spPr>
          <a:xfrm xmlns:a="http://schemas.openxmlformats.org/drawingml/2006/main">
            <a:off x="876300" y="163830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0CB66-A648-4E0F-8C95-9134575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573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0B5D7-AFE6-4870-BEDF-66BECC7D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66900"/>
            <a:ext cx="1838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rPr>
              <a:t>约200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1EF58-573D-481C-B976-861090D7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1800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上架SKU目标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79F86-C5B5-47A3-A891-DC42F02B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573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F9CD5-3ACD-4A80-82B1-2C517E45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66900"/>
            <a:ext cx="1838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805E9-A60B-45BD-AD90-E7AE50C7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800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高端女性类目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4B88A-1F06-45E3-B632-FFA25D82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573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07413-5F08-41F8-A1BB-334B101F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18383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200+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10DA4-A3EA-4121-9186-ECE20282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1800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目标客单价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068C7-3D47-4480-A88E-94083E71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9906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AB8B0-B717-4DA0-8DF9-4682B6F1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9EB0B8-4561-406C-9E01-7D03D7C7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核心品类：情趣丝袜、蕾丝内衣、睡衣裙、身体精油、女性玩具、高端润滑液。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FAA99-CC46-4D34-9D7A-D42E10A3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F336D-A6EE-4834-840E-7279FBCA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6720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选品边界：授权美团/饿了么/淘宝闪购优先；品质优先于极致高端。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E529D-0558-4AA1-9681-B32479F8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48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88ABA-3DB7-4D2D-AF40-17344B0A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品牌表达：悦己、精致、私密、品质，不做低俗刺激视觉。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43C802-2C7D-4A57-BED4-8361681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18AA0-3113-4664-931E-6B51AEA7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7805181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F9D83B-273D-4721-BF2C-8E1F49D5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5EA62-7D33-4510-8659-AC46483B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RAINBOW TEDDY：第4个月后轻量启动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22E68-CBCD-4C66-B4E1-8040942C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小众品牌有差异化，但不抢前三个月现金流和团队注意力。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D0B8A-8BD6-4762-AEE7-E81DF586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133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9ca1393744f57"/>
          <a:stretch xmlns:a="http://schemas.openxmlformats.org/drawingml/2006/main"/>
        </p:blipFill>
        <p:spPr>
          <a:xfrm xmlns:a="http://schemas.openxmlformats.org/drawingml/2006/main">
            <a:off x="876300" y="161925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86B52-F3AC-41AB-8A08-35535C4A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573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EDF59-3B32-458D-9849-B9843C6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669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rPr>
              <a:t>第4个月后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02232-EB4A-4979-966A-6A55C0D9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启动窗口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CC81D-1471-4266-A7D5-DDEAD50E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573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37FAF-3237-4355-A1F2-0878D14B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669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约200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B4036-DA72-4BC8-B5CB-74F8BB31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SKU候选规模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089AA-7420-4BD6-9369-6A8A404D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573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7B5C1-81D5-4E2E-A72F-04039A7A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669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3-5万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E5787-ABAE-413A-96F1-CA9A7B9A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追加资金上限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7C026-3B68-4491-9C44-02345221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990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14F2B-6039-4183-AE09-7F6455EE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666B8-1929-4DCB-9ED2-9292040F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前置条件：TOGO/BELLE现金流跑通，团队有余力，私域规则清晰。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493F10-70C3-4A02-A387-2D511625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264C4-3BFB-4F1F-AE58-C37ED62C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2435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渠道策略：私域优先，公开平台谨慎，不做大尺度传播。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93F5D-0F85-4824-BA32-9BAB2312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42893-A9A2-4837-9037-A712A4AB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874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运营原则：包容、安全、尊重、隐私，小批量测试不重库存。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AAA48-5414-4CC5-AD00-1FBF5DDB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30605-1251-450D-9E34-28A0FA1C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9581906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66505-C0D0-4C84-A3A2-0DCDEFF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CAFA4-64B6-4693-ADCF-1907541D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商业闭环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1AB09-6261-40B6-BAD7-09703199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平台负责获客，门店负责履约，私域负责复购，高端线负责利润提升。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FC170-BBB5-4D75-8FC3-60A3BE44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1D5D1-10CA-4E28-8568-4D7DC06D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平台获客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7410F-767F-472E-BB8D-F4171797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美团/饿了么/淘宝闪购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14A77-C74D-47C9-8B59-88BA2EA9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816C9-CDAF-4987-A8CA-7A4DB3B9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8120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A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B57ED-2C4D-4881-A4A9-ECE144E4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479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rPr>
              <a:t>门店履约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840A7-207D-48C9-B4AF-E349C080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现货、隐私包装、30分钟达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171F3-FCA2-4A84-B8D1-C47BCB97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908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14CAF-79D3-49B8-9C4F-6B5DB4DC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A6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776E4-ABBD-4FF6-A12A-D88C5663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rPr>
              <a:t>私域沉淀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626B0-DB58-4309-8317-11689BED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企业微信、小程序、会员福利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0E60B-30FF-48AF-876B-12E2339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908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5AFFA-7B6F-4A19-8120-E1BD5A3D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8120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8F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F23C13-E18A-431E-BE75-6D2B09E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4790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rPr>
              <a:t>复购提升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6008F-C6A2-4B97-9E2C-58D47874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套装、高端线、新品推荐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32CE9-8771-4954-89CC-AE82A6E2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88F1D-2EF3-4E3F-B5A3-56A51D66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经营判断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D3A7B-2EEF-462B-9080-B5A6073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720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如果只靠平台推广拉单，利润会被吃掉；Teddy必须把平台订单转化为复购用户。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CDC5D-F236-44A6-91AC-A36D89CB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226F5-DDE8-483A-9558-FD413579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17666022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7A72D-A6AE-4547-B1AD-1BB07517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48921-AA37-4D91-B00C-012087DB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三个月财务目标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CB1F1-B4D5-4E1A-97B3-196EA8E1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前两个月允许试错，第三个月必须验证单店模型。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E7E68-CBCA-43C8-9A55-06FA4567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44AC5-3131-4B5C-B9E1-08B7AD42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5万元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4B4EA-51CC-4BAD-A00F-1F06B536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第3个月月营业额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CE63D-D0FE-4828-AE91-FB7045E2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764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12851-23C9-4BC7-8E69-6E5CF967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8595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rPr>
              <a:t>1.5万+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93964-AF44-49D3-A70D-88B091BE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03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第3个月净利润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C2199-84A2-4C25-97EB-F845F152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2837D-0787-4375-ACEE-F9FF6D6E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4000内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C8951-CEC1-4583-A2F5-D88706E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003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房租控制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CFD89-C616-4D6F-B054-9C165793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7A8D3-017A-4DA5-A2D0-90BF38B2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20288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rPr>
              <a:t>14-17单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C7B78-F59E-4778-9B40-8B91C81A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0300"/>
            <a:ext cx="1990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日均订单目标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C17B1-0935-4E97-A007-0F93C52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990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B891D-8991-44B5-8917-5F854E6D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达成条件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308D9-BD32-40F2-A4A5-518E619E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00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A56F7-4650-4029-BBAC-593F9ADC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43350"/>
            <a:ext cx="721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客单价做到100-120元；进货成本控制在25%-30%。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3FCF2A-6519-465A-B5F0-0F9FC7FD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86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98CE5-751F-4DA0-AF7A-E95DD5FB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721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推广费控制在5%-8%；前期1人主运营，订单稳定后再加人。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BA07B-08BF-4BE9-8BF8-53A6984F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72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B8698-E17C-471F-A394-B15525AC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721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核心SKU动销稳定，平台评价和私域复购逐步形成。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450F6-87D7-4FC6-AE58-8151A79B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注：财务模型为首店验证目标，实际以试运营数据复盘调整。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487ED-A6B4-4C66-A55F-4486FE47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9958BF-9EB5-4D49-9A21-2A0BCC8C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160500406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65E0E-B6EF-4D30-AFD1-FA1C2EE1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973C3-F915-4104-AA30-613D8761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启动资金用途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5264E-36DF-4080-98D1-09504D5B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前3个月建议准备15万元，不一次性花完，用于开店、轻库存、推广测试和风险缓冲。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32C68-2255-4B0D-B3A3-6393E460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首批进货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F4AC9-7A6A-48C4-BDFE-C015CA19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430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C0F1D-0813-43B3-8890-878298D5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002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42k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D68CA-293A-4517-B23F-3B88C7D3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轻装修/设备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A55D2-009C-44F7-8BAD-8CE815D5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57400"/>
            <a:ext cx="2530929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660E3-302F-4C84-8618-641C78C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145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18k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F0886-AF23-4460-9DDE-4BC3E05C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门店/租金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ED2BC-A214-4FB0-8881-A0408C4D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224971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24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1D499-9A18-4678-ACFC-66871C09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16k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B0F18-5C06-48F1-8C3E-0CF1A6BF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人工备用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1A72C-CB0C-4DE2-95CB-EAD8B8DE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86100"/>
            <a:ext cx="224971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6955A-1FD7-4E4B-8E4B-2011C6A5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16k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60514-8181-4964-91CA-C06E58E7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推广测试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4085E-8364-48D6-B9AD-94537EA2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0450"/>
            <a:ext cx="2109107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EDE89F-863B-446A-BEE7-B12671F2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15k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2CC34-447A-4153-8A77-17014CBB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补货备用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73F51-D7C2-4D7D-B618-2FF4BF94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14800"/>
            <a:ext cx="2109107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D8019-02F0-4ED7-8C0E-245F4E9B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15k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B4EEE-0C27-4521-8CB2-AF001047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平台/证照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597CD-CAA0-458B-BC11-3D908746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1687286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5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ABA23-7011-4349-A219-129A4FE6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12k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58506-4399-4A16-9BD2-2845B055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物料/备用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B57B1-EC6B-4581-816E-42EF7A53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224971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FBD226-189C-4CC7-8741-3ECA009C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006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16k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6E808-F8FB-4D58-9BE4-5B22AA6F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FBA95-8881-4C48-A2F8-FFFBE115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240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15万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558DCD-0260-4C36-9046-D60CC0D0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3840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前三个月启动资金建议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055E4-EC9E-474E-BA29-81AA10DA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原则：钱要留给补货、试错和现金流，不要一次性压在装修或深库存里。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92A2A-2360-4CE5-A0FF-5CB6AD66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CEBF35-975E-448C-88A3-7B668B38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17766898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3AE69-BC38-4645-8447-4C60D41E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F9366-18FC-49D4-AA46-0BFD5BC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团队分工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A2E3D-C625-4D0E-B047-C286F7DC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4人核心团队先追求执行闭环，不提前搭建重组织。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F02FB-4938-4BBC-9220-217C0E9B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343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1F872-1123-46C0-B300-D28D21F7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刘梓寒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4832E-D816-49F8-8786-86F8DD36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创始人/总负责人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7F322-61A9-478C-B11B-38858F8B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战略、资金、供应链、品牌、关键决策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E4FEB-300F-4DDE-9FF2-A4113684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76400"/>
            <a:ext cx="2343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A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2711D-F514-448B-B793-A1FFA0C2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431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rPr>
              <a:t>欧阳超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D590A-CD1A-4302-A845-96E2C000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193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全职执行负责人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DF70A-18B8-4C89-914C-140FDC9B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0990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门店筹备、平台上架、订单、库存、客服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DD437-0365-45AC-B708-54109223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2343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A6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B7484-1196-43F8-BEDA-DB86F851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rPr>
              <a:t>汤宇盛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36AF1-12C2-4390-B211-60074E28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193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兼职项目进度管理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FFC92-B6ED-4673-AFA3-6C10365C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任务拆解、节点跟踪、风险提醒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D63DA3-2CAB-4110-9EE0-876823A3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76400"/>
            <a:ext cx="23431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A60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61794-1FD7-4C2F-B6E0-AC7978B9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431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rPr>
              <a:t>聂思伟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7C3B4-21A7-46D4-9291-D5C28C63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兼职数据复盘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B9ED9-4828-4022-91C3-37198C0F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188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数据记录、费用跟踪、问题清单、经营复盘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81085-8DD6-4CD3-8831-694684AE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BF432-3BFB-488B-B742-8F79BF33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72050"/>
            <a:ext cx="866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人员增加触发：日均订单低于8单维持1人；8-12单加高峰兼职；12-18单考虑第二执行人员。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94B3E7-9BAE-438E-8874-E4C10C1E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3DE062-1B8B-4039-A296-6E1F0064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11676528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ADF79-3EF0-4B6A-BCE0-CC93C20A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B2FFC-779B-4D02-BA4E-A323C80E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90天发展里程碑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61DAE-0807-45CC-ACFF-9644724D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前三个月不是扩张期，而是首店模型验证期。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B2697-452B-4D2C-B50D-4F09EEE0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971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DC0BC-3686-4976-BBCC-BA3C9718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57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6FE92-31F6-4868-8B19-37C14CFD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43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07097-73BB-4755-BE31-C14290FC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0-15天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1242D-778F-4BC2-B8D8-34E1E040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资金/注册/选址/供应商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B1289-B68B-4DD6-85C5-96E8877D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完成启动边界确认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0B1DE1-12FA-4B65-837A-4FFF499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57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1E8DF-64C7-4D78-8462-ECDB24EF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43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7074B1-E719-4742-B9A4-7303D629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62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rPr>
              <a:t>第1个月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9F9CC-11F0-46E9-BF07-319FADD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平台入驻和试运营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EF651-43F0-4988-B18D-7CE5B224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跑通上架、履约、评价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D89DE-EF71-4B67-82B0-882516CD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C48EE-95B9-4D9C-9698-2FABE5DD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43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31B2F-CA49-4CE2-B8C2-3E2FA51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62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rPr>
              <a:t>第2个月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E1121-1096-42C0-9380-D203FBD6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43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动销优化和私域沉淀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DF552-6AB4-44E6-B381-1B7186F4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76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形成爆品/滞销清单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512ED-EF10-4078-9C67-C152DB94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57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46E2D-1F48-4184-AB25-CFCBB13C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43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4715F-7670-40E1-94E4-E1DD7D41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rPr>
              <a:t>第3个月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7BA2E-604A-483A-B189-D258AE11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经营目标验证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F6ADF-466D-4DFA-8BAF-9A4450F4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76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营收5万，净利1.5万+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EDC972-2976-4A9B-BA3A-896FD9C4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D5A2C-1512-4CFC-BD7A-9251810A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43225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7A598B-BE7C-426F-84FC-7B03954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62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rPr>
              <a:t>第4个月后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A2DFB-E8ED-47E9-AA0D-D794FA07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433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小众店轻量启动判断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36655-70F9-406B-8AC0-E4EF63F4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76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Rainbow 200 SKU候选表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FE625-AE24-4AAD-A773-B078D4A9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F454AC-4C9B-4D93-97BB-24089D37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190541666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64078-947D-434C-97FE-D6C629F4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692D1-F588-46F4-9BC3-9988C132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风险与应对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4FAFE-83EA-47AD-9B0E-BE1A20C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成人用品即时零售必须先合规、先小批量、先控现金流。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84EA9-FA86-422C-9BAA-DABE6E54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93FF7-867F-4E04-BC4D-98508E6F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5A1F"/>
                </a:solidFill>
                <a:latin typeface="Microsoft YaHei"/>
                <a:ea typeface="Microsoft YaHei"/>
                <a:cs typeface="Microsoft YaHei"/>
              </a:rPr>
              <a:t>平台规则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4B4E9-DF4F-4C35-B617-CD0A769D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经营范围/资料包/敏感词检查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174C5-00F2-447A-9C93-FC6C5F5D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A8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43A0A-D024-4874-B343-32F6535E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6690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6A800"/>
                </a:solidFill>
                <a:latin typeface="Microsoft YaHei"/>
                <a:ea typeface="Microsoft YaHei"/>
                <a:cs typeface="Microsoft YaHei"/>
              </a:rPr>
              <a:t>合规宣传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B82B5-8CFD-46F1-A071-1C53E13C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低调、非露骨、非夸张功效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D0DA1-1F18-4A6E-AA53-1D4E5DA7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3A6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AD091-D7F3-44EC-813C-D3B772F0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3A6B8"/>
                </a:solidFill>
                <a:latin typeface="Microsoft YaHei"/>
                <a:ea typeface="Microsoft YaHei"/>
                <a:cs typeface="Microsoft YaHei"/>
              </a:rPr>
              <a:t>商品质量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5ED52-B341-41CA-A39C-74A67793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样品测试、问题SKU清单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634E7-C613-455A-B20C-F30A0AF1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8F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84E42-B10F-4C6E-9061-AD8C31B7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F8F5A"/>
                </a:solidFill>
                <a:latin typeface="Microsoft YaHei"/>
                <a:ea typeface="Microsoft YaHei"/>
                <a:cs typeface="Microsoft YaHei"/>
              </a:rPr>
              <a:t>现金流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17543-3881-4285-BC67-58A96FBF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轻库存、推广费周复盘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C1BFA-FD28-4A5C-80F8-E2BF035F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A60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4D581-0590-4760-A7DB-2EE4CFD0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A60A8"/>
                </a:solidFill>
                <a:latin typeface="Microsoft YaHei"/>
                <a:ea typeface="Microsoft YaHei"/>
                <a:cs typeface="Microsoft YaHei"/>
              </a:rPr>
              <a:t>库存积压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ABD14-1013-49F8-AC26-75CFDFC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862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核心深备，长尾轻库存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6A7C9-674F-4843-95D5-DB444CD4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241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5DA8F-1A2F-4628-A233-738460C9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67100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配送隐私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5C915-59A4-40BB-A36E-1B8785DB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86200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隐私袋、低敏面单、客服规范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FC6FE9-269C-4AB0-90E2-85AE6B0D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风险管理底线：不碰灰色服务，不做低俗视觉，不把资金一次性压进库存。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65E3F-F49C-46E3-89AD-656BB1EA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449A0-4A92-4616-9BBE-6AFB573D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117697120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EAC63-8232-4814-A096-573F08FE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0E5BD-DACB-40FA-A62E-3300869B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下一步动作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7843C-2487-4E2F-8180-F0E32828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PPT之后，项目进入真实执行：注册、选址、供应商、SKU表和平台入驻。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323FB-90A7-47C2-9C52-7E1B29EB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55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16FDC-69BB-4669-954E-CD680A7A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3C0F0-0413-4E81-9669-49C53EDD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66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确认自筹资金可用额度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8CAC5-5B16-44F8-8CAB-0D139FB1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刘梓寒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7AC0D-1858-42AA-AC34-3B2735E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5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9C866-D288-4391-ADAE-2A7C1E1A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8186D-2135-4492-9B90-5942259B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公司注册和经营范围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59ABE-707D-4D3F-A78F-7720F693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刘梓寒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C8670-23AC-4489-B553-6FDEEC7E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55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0DBBF-124E-44AD-A5BD-54AF739C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DB6D3-3CA9-406D-8584-6D2120CB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低端店供应商货盘确认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958CC-3884-4BF0-B6A6-30F88AF3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刘梓寒 / 欧阳超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46508-494A-430B-B404-09F4E509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55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7B2E4-FE0B-4916-9173-39FBC28E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6B087-E19D-4007-93D7-8EE4DC5D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27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高端店授权品牌联系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BC473-8DEE-4C20-935C-9F88DA29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刘梓寒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8F24E-2409-469C-A815-1400B3AF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5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9A026-1D71-4DA9-92FA-6E2D8697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3A0246-B07F-43C6-9AB5-646C3AD7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480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门店/前置仓选址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FA3B1-4D11-4AF9-A7AC-40D236DE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刘梓寒 / 欧阳超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8F6C3-19D2-4BF4-B593-A95469D8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55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21377-AD64-4146-AFCF-1CFB4DF2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EE0F3-D6D7-4787-87E2-C14544AB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平台入驻资料清单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ED89D-96BA-410C-9E0B-3B97715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汤宇盛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FE5F4C-B568-48FA-9D67-D1A98371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55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91A25-FBE1-4A14-9068-E80BCFD2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8284FA-1E3C-4339-AA7E-A93662EC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386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SKU表模板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B651E7-5569-494C-82D3-5FFE0FD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聂思伟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3E058-A83F-4EF9-B256-BC0CDE12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55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8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25502B-7B64-4379-9A98-6B86782B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0A99C9-9F52-4BC1-8C14-5AF81D1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339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包装和隐私物料方案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749A6B-F70F-4EC6-8FE6-9895DF7F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33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欧阳超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88e18138c4630"/>
          <a:stretch xmlns:a="http://schemas.openxmlformats.org/drawingml/2006/main"/>
        </p:blipFill>
        <p:spPr>
          <a:xfrm xmlns:a="http://schemas.openxmlformats.org/drawingml/2006/main">
            <a:off x="9353550" y="4176713"/>
            <a:ext cx="1809750" cy="12668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9EB64D-0CC7-40AB-AE73-1DACC963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8645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B2416"/>
                </a:solidFill>
                <a:latin typeface="Microsoft YaHei"/>
                <a:ea typeface="Microsoft YaHei"/>
                <a:cs typeface="Microsoft YaHei"/>
              </a:rPr>
              <a:t>本PPT模板已保存为 Teddy A风格，后续品牌资料沿用同一视觉系统。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6F8352-6276-4565-906C-80C287BD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10809E-40A5-475F-AE69-CDD80C94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B5A42"/>
                </a:solidFill>
                <a:latin typeface="Microsoft YaHei"/>
                <a:ea typeface="Microsoft YaHei"/>
                <a:cs typeface="Microsoft YaHei"/>
              </a:rPr>
              <a:t>Teddy Business Plan · Internal Execution Deck</a:t>
            </a:r>
          </a:p>
        </p:txBody>
      </p:sp>
    </p:spTree>
    <p:extLst>
      <p:ext uri="{BB962C8B-B14F-4D97-AF65-F5344CB8AC3E}">
        <p14:creationId xmlns:p14="http://schemas.microsoft.com/office/powerpoint/2010/main" val="825357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2026-06-06T13:18:53.1130000Z</dcterms:created>
  <dcterms:modified xsi:type="dcterms:W3CDTF">2026-06-06T13:18:53.1140000Z</dcterms:modified>
</coreProperties>
</file>